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Landing Zone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27101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</a:rPr>
              <a:t>with AWS Control Tower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64008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39696"/>
            <a:ext cx="6309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Full beginner-to-practical flow: accounts, OUs, IAM Identity Center, controls, SCPs, Config, CloudTrail, and verification.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0723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FD7FF"/>
                </a:solidFill>
              </a:rPr>
              <a:t>Simple meaning: one main AWS setup to manage many accounts safely.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9144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9900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987552"/>
            <a:ext cx="1554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0" y="20574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130552"/>
            <a:ext cx="1554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Tower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32004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32004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Network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0" y="32004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Workloads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03920" y="1554480"/>
            <a:ext cx="0" cy="5029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697480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2898648"/>
            <a:ext cx="4754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898648"/>
            <a:ext cx="0" cy="301752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2898648"/>
            <a:ext cx="0" cy="301752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698480" y="2898648"/>
            <a:ext cx="0" cy="301752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360920" y="4572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BEAFE"/>
                </a:solidFill>
              </a:rPr>
              <a:t>Guardrails + Central Access + Logs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6199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Created for Raj / AWS Landing Zone learning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AWS Landing Zone?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Beginner meaning + real-world reason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1430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271016"/>
            <a:ext cx="5084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Simple definition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1618488"/>
            <a:ext cx="508406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 landing zone is a ready, secure AWS foundation where many AWS accounts can be created, organized, accessed, monitored, and governed from one place.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Hindi simple: ek main AWS setup jahan se dev, prod, network, security accounts safely manage hote hain.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43000"/>
            <a:ext cx="73152" cy="1828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27101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Why it is needed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1618488"/>
            <a:ext cx="499262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Without a landing zone, every account can become different: different users, no central logs, weak controls, no standard network, and manual mistakes.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Landing zone gives standard structure + security + access + logging from day one.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Company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56946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Management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67258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Control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Tower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77570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OUs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878824" y="388620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37033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3776472"/>
            <a:ext cx="1508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AWS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Think of it like a city plan: roads = network, gates = access, CCTV = logs, rules = controls, houses = AWS accounts.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current AWS setup - snapshot from screenshots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Sensitive account IDs and emails are intentionally not shown in this deck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893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8952" y="1865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AWS accounts visible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0360" y="114300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2893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53512" y="1865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Organizational Units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114300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2893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99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48072" y="1865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Preventive controls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69480" y="114300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2893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42632" y="1865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Detective controls enabled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64040" y="114300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12893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537192" y="1865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Proactive controls enabled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278892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2788920"/>
            <a:ext cx="73152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2916936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Recently visited AWS services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" y="3264408"/>
            <a:ext cx="4946904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AWS Control Tower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AWS Organizations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IAM Identity Center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IAM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AWS 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AWS CloudTrail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These are the exact services used in a Control Tower landing zone foundation.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78892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788920"/>
            <a:ext cx="73152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916936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Accounts shown in your access portal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82512" y="3264408"/>
            <a:ext cx="4946904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Management / main account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Aggregator account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CloudTrail administrator account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Dev sandbox account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Network account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Sandbox account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Good start: you already have multi-account structure.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Next focus: verify OU design, assign users/groups correctly, enable right controls, and attach only tested custom SCPs.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landing zone big-picture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From management account to governed workload accounts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07592"/>
            <a:ext cx="1783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435608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07592"/>
            <a:ext cx="1783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Control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1435608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07592"/>
            <a:ext cx="1783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Organizations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1435608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23444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1307592"/>
            <a:ext cx="2240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OUs + Member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0EA5E9"/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IAM Identity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Center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06324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0EA5E9"/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Permission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Sets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21208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Controls /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Guardrails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36092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CloudTrail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Logs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509760" y="2743200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2816352"/>
            <a:ext cx="1737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AWS Config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Compliance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279392" y="1947672"/>
            <a:ext cx="-2450592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279392" y="1947672"/>
            <a:ext cx="-301752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279392" y="1947672"/>
            <a:ext cx="1847088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279392" y="1947672"/>
            <a:ext cx="3995928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79392" y="1947672"/>
            <a:ext cx="6144768" cy="7955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5800" y="41605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428853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Access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" y="4636008"/>
            <a:ext cx="29809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Users/groups login through AWS Access Portal, then choose account + role.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434840" y="41605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416052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428853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99432" y="4636008"/>
            <a:ext cx="29809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Control Tower applies baselines and controls to OUs/accounts.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8183880" y="41605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416052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48472" y="4288536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Audit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48472" y="4636008"/>
            <a:ext cx="29809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CloudTrail and AWS Config give central visibility and compliance history.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words - quick glossary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these words confidently in standup / interview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078992"/>
            <a:ext cx="2148840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15214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Word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788920" y="1078992"/>
            <a:ext cx="8732520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43784" y="1152144"/>
            <a:ext cx="8622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Meaning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40080" y="1517904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59105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Landing Zone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2788920" y="1517904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43784" y="1591056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Secure multi-account AWS foundation.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40080" y="1956816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02996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Management Account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2788920" y="1956816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2029968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Main payer/admin account where Organizations and Control Tower are managed.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640080" y="2395728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2468880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OU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2788920" y="2395728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246888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Organizational Unit: folder/group for accounts, like Security, Network, Sandbox, Workloads.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40080" y="2834640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290779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Member Account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2788920" y="2834640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2907792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Separate AWS account for one purpose/environment/team.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40080" y="3273552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346704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Account Factory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2788920" y="3273552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3346704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Control Tower feature to provision new governed AWS accounts.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640080" y="3712464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378561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Control / Guardrail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2788920" y="3712464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3784" y="3785616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Rule applied by Control Tower to prevent, detect, or check risk.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40080" y="4151376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2245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SCP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2788920" y="4151376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4224528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Service Control Policy: maximum permission boundary for account/OU.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40080" y="4590288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663440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Permission Set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2788920" y="4590288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43784" y="466344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IAM Identity Center role template, like AdministratorAccess or ReadOnlyAccess.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640080" y="5029200"/>
            <a:ext cx="2148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" y="510235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CloudTrail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2788920" y="5029200"/>
            <a:ext cx="8732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43784" y="5102352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Records API activity: who did what, when, and from where.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640080" y="5468112"/>
            <a:ext cx="21488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5541264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AWS Config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2788920" y="5468112"/>
            <a:ext cx="8732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5541264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334155"/>
                </a:solidFill>
              </a:rPr>
              <a:t>Records resource configuration and evaluates compliance rules.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Tower - what it does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Tower is the orchestrator, not a replacement for every AWS service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9728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25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1. Sets up landing zone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Creates/organizes the multi-account foundation using AWS best practices: organization, OUs, accounts, logging, and access.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097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09728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225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2. Provisions accounts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7992" y="1572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Account Factory creates new member accounts and bootstraps them with baselines and governance.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1097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097280"/>
            <a:ext cx="73152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1225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3. Applies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65592" y="1572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Controls/guardrails are applied to OUs/accounts to reduce risk and enforce standards.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383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383280"/>
            <a:ext cx="73152" cy="1874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511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4. Central access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" y="3858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Works with IAM Identity Center so users can login once and access allowed accounts/roles.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383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383280"/>
            <a:ext cx="73152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3511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5. Central audit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07992" y="3858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Uses CloudTrail and Config so actions and resource changes are visible centrally.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01000" y="3383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338328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3511296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6. Lifecycle 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65592" y="3858768"/>
            <a:ext cx="3209544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Landing zone updates, OU registration, account enrollment, and recent operation tracking.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Interview line: Control Tower gives an opinionated, governed multi-account AWS environment using AWS Organizations, IAM Identity Center, CloudTrail, AWS Config, and Service Catalog.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behind Control Tower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What each AWS console item is doing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051560"/>
            <a:ext cx="1965960" cy="493776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124712"/>
            <a:ext cx="185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Service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3794760" cy="493776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1124712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Role in landing zone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355080" y="1051560"/>
            <a:ext cx="5303520" cy="493776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124712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What you use it for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" y="1545336"/>
            <a:ext cx="1965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61848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AWS Organizations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2560320" y="1545336"/>
            <a:ext cx="3794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618488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Parent structure for all AWS accounts and OUs.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355080" y="1545336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618488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Create OUs, see account tree, attach SCPs.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94360" y="2039112"/>
            <a:ext cx="196596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211226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AWS Control Tower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2560320" y="2039112"/>
            <a:ext cx="379476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15184" y="2112264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Governed landing zone manager.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6355080" y="2039112"/>
            <a:ext cx="530352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2112264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Dashboard, Account Factory, controls, OU registration.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594360" y="2532888"/>
            <a:ext cx="1965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260604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IAM Identity Center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2560320" y="2532888"/>
            <a:ext cx="3794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26060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Central login and SSO access.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6355080" y="2532888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2606040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Users/groups, permission sets, account assignments.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594360" y="3026664"/>
            <a:ext cx="196596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30998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IAM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2560320" y="3026664"/>
            <a:ext cx="379476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5184" y="3099816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Account-level identity, roles, policies.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6355080" y="3026664"/>
            <a:ext cx="530352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30998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Service roles, break-glass IAM users, SMTP/legacy exceptions.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594360" y="3520440"/>
            <a:ext cx="1965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359359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AWS CloudTrail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2560320" y="3520440"/>
            <a:ext cx="3794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15184" y="3593592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API event logging.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6355080" y="3520440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9944" y="3593592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Audit who changed what across accounts.</a:t>
            </a:r>
            <a:endParaRPr lang="en-US" sz="790" dirty="0"/>
          </a:p>
        </p:txBody>
      </p:sp>
      <p:sp>
        <p:nvSpPr>
          <p:cNvPr id="45" name="Shape 43"/>
          <p:cNvSpPr/>
          <p:nvPr/>
        </p:nvSpPr>
        <p:spPr>
          <a:xfrm>
            <a:off x="594360" y="4014216"/>
            <a:ext cx="196596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408736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AWS Config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2560320" y="4014216"/>
            <a:ext cx="379476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15184" y="4087368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Resource configuration history and compliance.</a:t>
            </a:r>
            <a:endParaRPr lang="en-US" sz="790" dirty="0"/>
          </a:p>
        </p:txBody>
      </p:sp>
      <p:sp>
        <p:nvSpPr>
          <p:cNvPr id="49" name="Shape 47"/>
          <p:cNvSpPr/>
          <p:nvPr/>
        </p:nvSpPr>
        <p:spPr>
          <a:xfrm>
            <a:off x="6355080" y="4014216"/>
            <a:ext cx="530352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9944" y="4087368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Detect drift/non-compliant resources.</a:t>
            </a:r>
            <a:endParaRPr lang="en-US" sz="790" dirty="0"/>
          </a:p>
        </p:txBody>
      </p:sp>
      <p:sp>
        <p:nvSpPr>
          <p:cNvPr id="51" name="Shape 49"/>
          <p:cNvSpPr/>
          <p:nvPr/>
        </p:nvSpPr>
        <p:spPr>
          <a:xfrm>
            <a:off x="594360" y="4507992"/>
            <a:ext cx="1965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" y="458114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Service Catalog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2560320" y="4507992"/>
            <a:ext cx="3794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15184" y="4581144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Back-end product engine used by Account Factory.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6355080" y="4507992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4581144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334155"/>
                </a:solidFill>
              </a:rPr>
              <a:t>Provision accounts through governed product flow.</a:t>
            </a:r>
            <a:endParaRPr lang="en-US" sz="7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OU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Keep accounts grouped by security boundary and lifecycle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74920" y="10515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B1F33"/>
          </a:solidFill>
          <a:ln w="1397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124712"/>
            <a:ext cx="1920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Root / Organization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0" cy="45720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28800" y="2057400"/>
            <a:ext cx="8458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OU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 OU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Workloads OU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22402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Sandbox OU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12680" y="224028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313432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Suspended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920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06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671048" y="2057400"/>
            <a:ext cx="0" cy="1828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296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42900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Security OU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Audit, log archive, security tooling, CloudTrail admin, aggregator. Very restricted access.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342900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429000"/>
            <a:ext cx="73152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Infrastructure OU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9359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Network account, shared services, centralized VPC/transit/network resources.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603504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42900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Workloads OU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963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Dev, test, staging, prod app accounts. Each app/env can be isolated.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8641080" y="342900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41080" y="342900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05672" y="355701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Sandbox OU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05672" y="3904488"/>
            <a:ext cx="202082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Learning and experiments. Strong budget/region/security controls.</a:t>
            </a:r>
            <a:endParaRPr lang="en-US" sz="890" dirty="0"/>
          </a:p>
        </p:txBody>
      </p:sp>
      <p:sp>
        <p:nvSpPr>
          <p:cNvPr id="44" name="Text 42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Do not put every workload in the management account. Management account should be used only for organization-level administration.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purpose map for your environment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this slide to explain the accounts you already see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2377440" cy="53035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17043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Account type/name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097280"/>
            <a:ext cx="5852160" cy="53035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8104" y="1170432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Purpose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15400" y="1097280"/>
            <a:ext cx="2606040" cy="53035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170432"/>
            <a:ext cx="2496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Common access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162763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1700784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Management / main account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063240" y="1627632"/>
            <a:ext cx="5852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700784"/>
            <a:ext cx="5742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Control Tower, Organizations, billing, global admin tasks.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915400" y="1627632"/>
            <a:ext cx="2606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70264" y="1700784"/>
            <a:ext cx="2496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Very limited admin users only.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85800" y="2157984"/>
            <a:ext cx="23774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231136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Aggregator account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063240" y="2157984"/>
            <a:ext cx="58521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2231136"/>
            <a:ext cx="5742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Collect/combine security/compliance data from multiple accounts.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915400" y="2157984"/>
            <a:ext cx="26060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0264" y="2231136"/>
            <a:ext cx="2496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Security/Cloud team.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85800" y="2688336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2761488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CloudTrail administrator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063240" y="2688336"/>
            <a:ext cx="5852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104" y="2761488"/>
            <a:ext cx="5742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Central CloudTrail configuration and audit visibility.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915400" y="2688336"/>
            <a:ext cx="2606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0264" y="2761488"/>
            <a:ext cx="2496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Security/audit team.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85800" y="3218688"/>
            <a:ext cx="23774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329184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Network account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063240" y="3218688"/>
            <a:ext cx="58521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18104" y="3291840"/>
            <a:ext cx="5742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Shared VPC, routing, subnets, gateways, private connectivity.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915400" y="3218688"/>
            <a:ext cx="26060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0264" y="3291840"/>
            <a:ext cx="2496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Network/DevOps team.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85800" y="3749040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3822192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dev-sandbox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063240" y="3749040"/>
            <a:ext cx="5852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18104" y="3822192"/>
            <a:ext cx="5742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Safe dev/testing environment for experiments and POCs.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915400" y="3749040"/>
            <a:ext cx="2606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70264" y="3822192"/>
            <a:ext cx="2496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Developers/DevOps with controlled admin.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85800" y="4279392"/>
            <a:ext cx="23774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" y="4352544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sandbox-account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3063240" y="4279392"/>
            <a:ext cx="58521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18104" y="4352544"/>
            <a:ext cx="5742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Learning or isolated experiments.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915400" y="4279392"/>
            <a:ext cx="26060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70264" y="4352544"/>
            <a:ext cx="2496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Limited access, strong SCPs/budget controls.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85800" y="4965192"/>
            <a:ext cx="10835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" y="4965192"/>
            <a:ext cx="73152" cy="7498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5093208"/>
            <a:ext cx="10524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Golden rule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50392" y="5440680"/>
            <a:ext cx="105247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Account separation is a security boundary. Use separate accounts for prod/dev/network/security so mistakes, cost, access, and blast radius are controlled.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creating accounts or policies - safe checklist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This prevents lockout and governance mistakes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09728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097280"/>
            <a:ext cx="73152" cy="5074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225296"/>
            <a:ext cx="5084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 this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572768"/>
            <a:ext cx="5084064" cy="4507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Confirm you are in the right management account.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Confirm AWS region/home region for Control Tower.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Use IAM Identity Center or approved IAM admin user, not root.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Create a test/sandbox OU for first policy testing.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Keep break-glass access documented and protected with MFA.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Write down account email, owner, OU, purpose, budget tag.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097280"/>
            <a:ext cx="73152" cy="5074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225296"/>
            <a:ext cx="5084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Avoid this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6792" y="1572768"/>
            <a:ext cx="5084064" cy="4507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Do not create workloads in the management account.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Do not edit Control Tower-created SCPs directly.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Do not attach a new SCP to root without testing.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Do not give AdministratorAccess to everyone.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Do not ignore Account Factory operation status.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- Do not expose account IDs/emails in public screenshots.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Tower console items - what each menu means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Directly mapped to your screenshot left navigation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024128"/>
            <a:ext cx="1874520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09728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Menu item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68880" y="1024128"/>
            <a:ext cx="3657600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972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Meaning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126480" y="1024128"/>
            <a:ext cx="5468112" cy="43891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097280"/>
            <a:ext cx="5358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What you do there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94360" y="1463040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536192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Dashboard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468880" y="14630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153619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Summary of OUs, accounts, controls, and recommended actions.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54681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536192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Check landing zone health/status.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4360" y="1901952"/>
            <a:ext cx="1874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1975104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Organization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2468880" y="1901952"/>
            <a:ext cx="3657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19751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Tree of OUs and accounts managed by Control Tower.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26480" y="1901952"/>
            <a:ext cx="5468112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975104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Review structure; register OUs.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594360" y="2340864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241401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Account factory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2468880" y="2340864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3744" y="241401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Governed account provisioning.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6126480" y="2340864"/>
            <a:ext cx="54681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2414016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Create new AWS account.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594360" y="2779776"/>
            <a:ext cx="1874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2852928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Control Catalog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2468880" y="2779776"/>
            <a:ext cx="3657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23744" y="285292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All available controls.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6126480" y="2779776"/>
            <a:ext cx="5468112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2852928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Search/select preventive, detective, proactive controls.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594360" y="3218688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329184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Categories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2468880" y="3218688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3744" y="329184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Controls grouped by security/operation objective.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6126480" y="3218688"/>
            <a:ext cx="54681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1344" y="329184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Find controls by topic.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594360" y="3657600"/>
            <a:ext cx="1874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3730752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Enabled controls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2468880" y="3657600"/>
            <a:ext cx="3657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3744" y="373075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Controls already applied.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6126480" y="3657600"/>
            <a:ext cx="5468112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81344" y="3730752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Verify what is enabled on which OU.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594360" y="4096512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" y="4169664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Users and access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2468880" y="4096512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23744" y="416966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Identity/access review area.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6126480" y="4096512"/>
            <a:ext cx="54681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1344" y="4169664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Review identity store and SSO access links.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594360" y="4535424"/>
            <a:ext cx="1874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" y="460857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Landing zone settings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2468880" y="4535424"/>
            <a:ext cx="3657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23744" y="460857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Home region, governed regions, version/settings.</a:t>
            </a:r>
            <a:endParaRPr lang="en-US" sz="730" dirty="0"/>
          </a:p>
        </p:txBody>
      </p:sp>
      <p:sp>
        <p:nvSpPr>
          <p:cNvPr id="61" name="Shape 59"/>
          <p:cNvSpPr/>
          <p:nvPr/>
        </p:nvSpPr>
        <p:spPr>
          <a:xfrm>
            <a:off x="6126480" y="4535424"/>
            <a:ext cx="5468112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81344" y="4608576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Update landing zone and baseline settings.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594360" y="4974336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" y="5047488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Recent operations</a:t>
            </a:r>
            <a:endParaRPr lang="en-US" sz="730" dirty="0"/>
          </a:p>
        </p:txBody>
      </p:sp>
      <p:sp>
        <p:nvSpPr>
          <p:cNvPr id="65" name="Shape 63"/>
          <p:cNvSpPr/>
          <p:nvPr/>
        </p:nvSpPr>
        <p:spPr>
          <a:xfrm>
            <a:off x="2468880" y="4974336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23744" y="504748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Running/completed operations.</a:t>
            </a:r>
            <a:endParaRPr lang="en-US" sz="730" dirty="0"/>
          </a:p>
        </p:txBody>
      </p:sp>
      <p:sp>
        <p:nvSpPr>
          <p:cNvPr id="67" name="Shape 65"/>
          <p:cNvSpPr/>
          <p:nvPr/>
        </p:nvSpPr>
        <p:spPr>
          <a:xfrm>
            <a:off x="6126480" y="4974336"/>
            <a:ext cx="54681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81344" y="5047488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Check account creation/control enablement status.</a:t>
            </a:r>
            <a:endParaRPr lang="en-US" sz="730" dirty="0"/>
          </a:p>
        </p:txBody>
      </p:sp>
      <p:sp>
        <p:nvSpPr>
          <p:cNvPr id="69" name="Shape 67"/>
          <p:cNvSpPr/>
          <p:nvPr/>
        </p:nvSpPr>
        <p:spPr>
          <a:xfrm>
            <a:off x="594360" y="5413248"/>
            <a:ext cx="1874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" y="54864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Activities</a:t>
            </a:r>
            <a:endParaRPr lang="en-US" sz="730" dirty="0"/>
          </a:p>
        </p:txBody>
      </p:sp>
      <p:sp>
        <p:nvSpPr>
          <p:cNvPr id="71" name="Shape 69"/>
          <p:cNvSpPr/>
          <p:nvPr/>
        </p:nvSpPr>
        <p:spPr>
          <a:xfrm>
            <a:off x="2468880" y="5413248"/>
            <a:ext cx="3657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23744" y="548640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History of landing zone operations.</a:t>
            </a:r>
            <a:endParaRPr lang="en-US" sz="730" dirty="0"/>
          </a:p>
        </p:txBody>
      </p:sp>
      <p:sp>
        <p:nvSpPr>
          <p:cNvPr id="73" name="Shape 71"/>
          <p:cNvSpPr/>
          <p:nvPr/>
        </p:nvSpPr>
        <p:spPr>
          <a:xfrm>
            <a:off x="6126480" y="5413248"/>
            <a:ext cx="5468112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81344" y="548640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334155"/>
                </a:solidFill>
              </a:rPr>
              <a:t>Troubleshoot failed operations.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create/register an 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OU = folder where accounts inherit governance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78992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207008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2527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119786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Open Control Tower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50392" y="1581912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Go to AWS Control Tower -&gt; Organization. Check existing OUs first.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434840" y="1078992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2856" y="120700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12527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119786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Add or register OU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99432" y="1581912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Use Add/Register organizational unit. For an existing AWS Organizations OU, register it with Control Tower.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183880" y="1078992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207008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12527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14232" y="119786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Choose OU purpose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348472" y="1581912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Example: Security, Network, Workloads, Sandbox, Suspended.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85800" y="2816352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2944368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9900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16152" y="293522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Apply baseline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0392" y="3319272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Control Tower applies baseline resources/roles and prepares governance.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434840" y="2816352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2856" y="294436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2856" y="29900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5192" y="293522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Enable controls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99432" y="3319272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Enable required controls at OU level from Control Catalog.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183880" y="2816352"/>
            <a:ext cx="3474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2944368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29900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14232" y="293522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Verify status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348472" y="3319272"/>
            <a:ext cx="31455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Check Recent operations. Wait until operation is Succeeded before moving accounts.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85800" y="47091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709160"/>
            <a:ext cx="73152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83717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Practical naming example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0392" y="5184648"/>
            <a:ext cx="1066190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OU names should be business-friendly: Security, Infrastructure, Workloads-Dev, Workloads-Prod, Sandbox. Keep naming simple and consistent.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create a new AWS account with Account Factory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Correct practical console 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Control Tower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console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60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factory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946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Create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232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Choose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OU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518904" y="1261872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10789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1152144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Submit +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wait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224028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23682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24140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16152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Open Account Factory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50392" y="274320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AWS Console -&gt; AWS Control Tower -&gt; Account factory -&gt; Create account.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343400" y="224028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71416" y="236829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24140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3752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Fill account details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4507992" y="274320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Enter account email, display/account name, and IAM Identity Center user email/name if asked.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01000" y="224028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29016" y="236829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9016" y="24140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31352" y="23591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Select OU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165592" y="274320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Choose target OU, for example Sandbox or Workloads-Dev. Do not place in random OU.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85800" y="365760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" y="3785616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" y="383133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16152" y="377647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Submit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50392" y="416052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Control Tower starts account vending. Do not refresh/retry repeatedly.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343400" y="365760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71416" y="3785616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71416" y="383133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73752" y="377647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Track operation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4507992" y="416052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Go to Recent operations and wait until Succeeded.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8001000" y="3657600"/>
            <a:ext cx="3520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29016" y="378561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29016" y="383133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31352" y="377647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Assign access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8165592" y="4160520"/>
            <a:ext cx="3191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After account exists, use IAM Identity Center -&gt; AWS accounts -&gt; Assign users/groups.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685800" y="52578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5257800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" y="538581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Important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50392" y="5733288"/>
            <a:ext cx="106619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Account Factory creation should not be done as root. Use an approved IAM/SSO admin path with required Control Tower and Service Catalog permissions.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after Account Factory submits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Behind-the-scenes account vending 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Request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submitted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542032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AWS account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created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946904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4688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Baseline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resources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60920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10972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17043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Controls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applied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9765792" y="125272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14432" y="10972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0152" y="1170432"/>
            <a:ext cx="1143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Ready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31520" y="23317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33172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2459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1. Organization update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2807208"/>
            <a:ext cx="3072384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The new AWS account is added to AWS Organizations and placed inside the selected OU.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434840" y="23317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33172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459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2. Baseline setup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9432" y="2807208"/>
            <a:ext cx="3072384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Control Tower deploys required baseline roles/resources and aligns the account with landing zone settings.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138160" y="23317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2331720"/>
            <a:ext cx="73152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2459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3. Access setup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02752" y="2807208"/>
            <a:ext cx="3072384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You still need to assign users/groups and permission sets in IAM Identity Center.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3152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29768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44256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4. Logging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112" y="4773168"/>
            <a:ext cx="30723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CloudTrail/Config/account baselines provide audit and compliance visibility.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43484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429768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44256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5. Governance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99432" y="4773168"/>
            <a:ext cx="30723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OU controls/SCPs start limiting or checking the new account.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813816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429768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02752" y="442569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6. Verify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02752" y="4773168"/>
            <a:ext cx="30723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Check Control Tower Recent operations + AWS access portal account list.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IAM Identity Center access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User does not directly login to each account separately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53312"/>
            <a:ext cx="15544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2801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35331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12801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35331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Permission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Set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699248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28016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53312"/>
            <a:ext cx="1600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AWS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Account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0131552" y="1426464"/>
            <a:ext cx="41148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16768" y="1280160"/>
            <a:ext cx="77724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62488" y="1353312"/>
            <a:ext cx="685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26060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2606040"/>
            <a:ext cx="73152" cy="1463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273405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User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" y="3081528"/>
            <a:ext cx="311810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Person who logs in to AWS access portal. Example: DevOps engineer, developer, auditor.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6060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60604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73405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Group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9432" y="3081528"/>
            <a:ext cx="311810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Recommended way to manage access. Example: DevOps-Admins, Developers, Auditors.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92440" y="26060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2606040"/>
            <a:ext cx="7315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273405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Permission Set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57032" y="3081528"/>
            <a:ext cx="311810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Role template. Example: AdministratorAccess, PowerUserAccess, ReadOnlyAccess, SecurityAudit.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0" y="45720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4572000"/>
            <a:ext cx="73152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93392" y="4700016"/>
            <a:ext cx="8193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Assignment formula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993392" y="5047488"/>
            <a:ext cx="8193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Account access = User/Group + Permission Set + Target AWS Account. This creates an AWSReservedSSO role in that account.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assign user/group access to an account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Practical steps after account creation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24358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28930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1234440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Open IAM Identity Center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50392" y="1618488"/>
            <a:ext cx="3099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AWS Console -&gt; IAM Identity Center -&gt; AWS accounts.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389120" y="1115568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24358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128930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1234440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Select account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53712" y="1618488"/>
            <a:ext cx="3099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Choose the account like dev-sandbox or network-account.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092440" y="1115568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0456" y="1243584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128930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22792" y="1234440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Assign users/groups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257032" y="1618488"/>
            <a:ext cx="3099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Choose Assign users or groups. Prefer groups over individual users.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85800" y="260604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2734056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7797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16152" y="2724912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Pick permission set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0392" y="3108960"/>
            <a:ext cx="3099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Choose least privilege permission set: ReadOnly, Developer, Admin, SecurityAudit, etc.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389120" y="260604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17136" y="2734056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27797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2724912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Review and submit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53712" y="3108960"/>
            <a:ext cx="3099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Confirm account + group + permission set. Submit.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092440" y="2606040"/>
            <a:ext cx="34290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0456" y="273405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0456" y="27797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22792" y="2724912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Test login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257032" y="3108960"/>
            <a:ext cx="3099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Open AWS access portal, choose account, then choose role.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85800" y="42519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25196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379976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Good practice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0392" y="4727448"/>
            <a:ext cx="494690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Create groups like LandingZone-Admins, DevOps-Admins, Developers, Auditors. Then assign groups to accounts.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263640" y="42519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425196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379976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Bad practice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28232" y="4727448"/>
            <a:ext cx="494690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Assigning many individual users manually becomes hard to audit and maintain.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IAM user vs IAM Identity Center user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Important difference for AWS landing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78992"/>
            <a:ext cx="2011680" cy="585216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15214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078992"/>
            <a:ext cx="4343400" cy="585216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152144"/>
            <a:ext cx="4233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IAM user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078992"/>
            <a:ext cx="4480560" cy="585216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1152144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IAM Identity Center user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1664208"/>
            <a:ext cx="2011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173736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Where it lives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2697480" y="1664208"/>
            <a:ext cx="43434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1737360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Inside one AWS account.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040880" y="1664208"/>
            <a:ext cx="44805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1737360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Central identity store / external IdP across accounts.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85800" y="2249424"/>
            <a:ext cx="20116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32257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Best use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2697480" y="2249424"/>
            <a:ext cx="434340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2344" y="2322576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Legacy needs, service-specific exceptions, break-glass with MFA.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7040880" y="2249424"/>
            <a:ext cx="448056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95744" y="2322576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Human access to multiple AWS accounts.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85800" y="2834640"/>
            <a:ext cx="2011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290779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Login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2697480" y="2834640"/>
            <a:ext cx="43434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2344" y="2907792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IAM console sign-in URL for one account.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7040880" y="2834640"/>
            <a:ext cx="44805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95744" y="2907792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AWS access portal / SSO.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685800" y="3419856"/>
            <a:ext cx="20116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34930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Access model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2697480" y="3419856"/>
            <a:ext cx="434340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52344" y="3493008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IAM policies directly on user/group/role.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7040880" y="3419856"/>
            <a:ext cx="448056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95744" y="3493008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Permission sets assigned to accounts.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685800" y="4005072"/>
            <a:ext cx="2011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407822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Landing zone recommendation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2697480" y="4005072"/>
            <a:ext cx="43434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52344" y="4078224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Avoid for normal human access.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7040880" y="4005072"/>
            <a:ext cx="44805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95744" y="4078224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Preferred for normal human access.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685800" y="4590288"/>
            <a:ext cx="20116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" y="46634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Example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2697480" y="4590288"/>
            <a:ext cx="434340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52344" y="4663440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SMTP credentials for a tool that cannot use role.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7040880" y="4590288"/>
            <a:ext cx="448056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95744" y="4663440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34155"/>
                </a:solidFill>
              </a:rPr>
              <a:t>DevOps engineer logs into dev/prod with allowed roles.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685800" y="5257800"/>
            <a:ext cx="10835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" y="5257800"/>
            <a:ext cx="73152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5385816"/>
            <a:ext cx="10524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Simple line</a:t>
            </a:r>
            <a:endParaRPr lang="en-US" sz="1280" dirty="0"/>
          </a:p>
        </p:txBody>
      </p:sp>
      <p:sp>
        <p:nvSpPr>
          <p:cNvPr id="54" name="Text 52"/>
          <p:cNvSpPr/>
          <p:nvPr/>
        </p:nvSpPr>
        <p:spPr>
          <a:xfrm>
            <a:off x="850392" y="5733288"/>
            <a:ext cx="10524744" cy="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IAM Identity Center is for central human access across accounts. IAM is still used inside accounts for roles, policies, workloads, and special exceptions.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/ Guardrails in Control Tower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Controls help enforce and monitor governance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97280"/>
            <a:ext cx="73152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25296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Preventive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3026664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Stop risky action before it happens. Usually implemented using SCPs.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Example: Deny creation of public S3 bucket, deny EC2 outside approved region.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0972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972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25296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Detective controls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1572768"/>
            <a:ext cx="3026664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Detect non-compliant resources after they exist. Usually uses AWS Config rules.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Example: detect unencrypted EBS volumes.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109728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097280"/>
            <a:ext cx="73152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1225296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Proactive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8472" y="1572768"/>
            <a:ext cx="3026664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Check resource before provisioning, often with IaC hooks.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Example: CloudFormation resource validation before deploy.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97764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97764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105656"/>
            <a:ext cx="1020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How to enable a control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33272" y="4453128"/>
            <a:ext cx="102047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Control Tower -&gt; Control Catalog -&gt; search control -&gt; choose target OU -&gt; Enable. Then check Recent operations. Controls are usually applied at OU level, not randomly account by account.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Your screenshot shows 99 preventive controls and 0 detective/proactive controls enabled in the summary area.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SCP deep dive - Service Control Policy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SCP is a maximum permission boundary, not an IAM permission grant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97280"/>
            <a:ext cx="73152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25296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What SCP does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490118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SCP says what actions are allowed or denied at Organization/OU/account level. Even if IAM allows an action, SCP can still block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97280"/>
            <a:ext cx="73152" cy="1828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225296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What SCP does not 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1572768"/>
            <a:ext cx="490118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SCP does not give permissions by itself. A user/role still needs IAM permissions. SCP only limits the maximum possible permissions.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73075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IAM Policy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Allows EC2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926080" y="3794760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657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SCP says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Deny EC2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532120" y="3794760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3657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B1F33"/>
          </a:solidFill>
          <a:ln w="1397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373075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Final result: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DENIED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458200" y="32461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3246120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2792" y="3374136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Attach level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22792" y="3721608"/>
            <a:ext cx="2386584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You can attach SCP to Root, OU, or individual account. Best practice: test on one OU/account first.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Practical rule: never attach a strong Deny SCP to organization root without testing. Use sandbox/test OU first.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create and attach a custom SCP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Console flow - safe process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78992"/>
            <a:ext cx="3474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207008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2527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119786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Create policy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50392" y="1581912"/>
            <a:ext cx="3145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AWS Organizations -&gt; Policies -&gt; Service control policies -&gt; Create policy.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434840" y="1078992"/>
            <a:ext cx="3474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2856" y="1207008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12527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119786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Write JSON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99432" y="1581912"/>
            <a:ext cx="3145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Add policy JSON. Use a clear name like Deny-EC2-Outside-Mumbai-Test.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183880" y="1078992"/>
            <a:ext cx="3474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20700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12527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14232" y="119786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Attach to test OU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348472" y="1581912"/>
            <a:ext cx="3145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AWS accounts page -&gt; select OU/account -&gt; Policies tab -&gt; Service control policies -&gt; Attach.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85800" y="2633472"/>
            <a:ext cx="3474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2761488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80720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16152" y="275234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Test behavior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0392" y="3136392"/>
            <a:ext cx="3145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Login to test account and try allowed/denied actions. Check CloudTrail access denied events.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434840" y="2633472"/>
            <a:ext cx="3474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2856" y="2761488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2856" y="280720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5192" y="275234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Roll out slowly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99432" y="3136392"/>
            <a:ext cx="3145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Move from sandbox OU to dev OU, then prod only after approvals.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183880" y="2633472"/>
            <a:ext cx="34747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276148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280720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14232" y="2752344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Document/verify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348472" y="3136392"/>
            <a:ext cx="3145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Record policy ID, target OU/account, owner, date, and rollback plan.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85800" y="425196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25196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379976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Do not edit Control Tower generated SCPs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0392" y="4727448"/>
            <a:ext cx="503834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Create your own custom SCPs and attach them. Editing Control Tower-created SCPs can put controls into an unknown state.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6263640" y="425196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425196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379976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Terraform tip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28232" y="4727448"/>
            <a:ext cx="503834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If Terraform manages a policy, import existing policy first or create with unique name to avoid DuplicatePolicyException.</a:t>
            </a:r>
            <a:endParaRPr lang="en-US" sz="9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SCP - Deny EC2 outside Mumbai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only as a learning example; test before attaching broadly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5166360" cy="45262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188720"/>
            <a:ext cx="483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Sample SCP JSON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1463040"/>
            <a:ext cx="4837176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"2012-10-17",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"Statement": 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"Sid": "DenyEC2OutsideMumbai",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"Effect": "Deny",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"Action": "ec2:*",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"Resource": "*",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"Condition":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"StringNotEquals":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"aws:RequestedRegion": "ap-south-1"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05156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17957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1527048"/>
            <a:ext cx="499262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This denies EC2 actions when requested region is not ap-south-1 (Mumbai).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331720"/>
            <a:ext cx="73152" cy="1051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45973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807208"/>
            <a:ext cx="499262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Even administrators will be blocked from EC2 outside Mumbai if the SCP applies to their account/OU.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172200" y="36118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61188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73989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Test 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4087368"/>
            <a:ext cx="499262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Attach to sandbox OU only. Test EC2 in Mumbai and another region. Check access denied result.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172200" y="489204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89204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502005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Rollback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6792" y="5367528"/>
            <a:ext cx="499262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Detach SCP from OU/account if needed. Keep policy ID and target ID documented.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Config and CloudTrail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Two different services, both important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30759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User / Role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performs action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743200" y="138988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23444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307592"/>
            <a:ext cx="1828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CloudTrail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records API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440680" y="138988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2344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07592"/>
            <a:ext cx="19202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Central logs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Log archive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11312" y="138988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12344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42248" y="1307592"/>
            <a:ext cx="21945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Audit / Security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review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4495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AWS resource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changes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743200" y="312724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29718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044952"/>
            <a:ext cx="1828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AWS Config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records state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440680" y="312724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2971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044952"/>
            <a:ext cx="19202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Rules evaluate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compliance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11312" y="3127248"/>
            <a:ext cx="384048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6528" y="29718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42248" y="3044952"/>
            <a:ext cx="21945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Dashboard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remediation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22960" y="4709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709160"/>
            <a:ext cx="73152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837176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CloudTrail answers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7552" y="5184648"/>
            <a:ext cx="48097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Who did what API action, from which identity, at what time?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4709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7091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4837176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AWS Config answers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5184648"/>
            <a:ext cx="480974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What resources exist, how did configuration change, and are they compliant?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account in the landing zone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Why separate network account matters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9728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252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72768"/>
            <a:ext cx="316382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Central place for shared networking: VPCs, subnets, route tables, NAT/IGW, Transit Gateway, Route 53, shared ingress patterns.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343400" y="10972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09728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2252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Why separate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7992" y="1572768"/>
            <a:ext cx="316382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Network mistakes can affect many apps. A separate account gives controlled access and smaller blast radius.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001000" y="109728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09728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12252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Common 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65592" y="1572768"/>
            <a:ext cx="316382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Workload account consumes network patterns or connects through approved routing/private connectivity.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9359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Network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97480" y="3657600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5204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59359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Shared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VPC/TGW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3657600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5204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59359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 / Prod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01000" y="3657600"/>
            <a:ext cx="45720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352044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3593592"/>
            <a:ext cx="1783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Applications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 safely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493776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937760"/>
            <a:ext cx="73152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065776"/>
            <a:ext cx="10479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Beginner note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0392" y="5413248"/>
            <a:ext cx="1047902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A network account does not mean every resource lives there. App compute/database usually stays in workload accounts.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/ audit accounts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Central visibility and separation of duties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All member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accounts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6090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CloudTrail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events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8406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Log archive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CloudTrail admin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50722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Aggregator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Security tooling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930384" y="1325880"/>
            <a:ext cx="347472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1430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0" y="121615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Security team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reviews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25146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25146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264261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CloudTrail administrator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" y="2990088"/>
            <a:ext cx="311810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Owns or manages organization-level CloudTrail setup and visibility. Helps prove audit trail exists.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343400" y="25146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2514600"/>
            <a:ext cx="73152" cy="1325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264261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Aggregator account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07992" y="2990088"/>
            <a:ext cx="311810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Combines findings/compliance/security data across accounts so team can see one dashboard.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001000" y="25146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51460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2642616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Audit / security access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65592" y="2990088"/>
            <a:ext cx="311810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Security team gets read/audit permission, not broad write access everywhere.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85800" y="4434840"/>
            <a:ext cx="10744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4434840"/>
            <a:ext cx="73152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4562856"/>
            <a:ext cx="10433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Why this matters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" y="4910328"/>
            <a:ext cx="10433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If a workload account is compromised, attackers should not be able to erase central logs or change central security settings easily.</a:t>
            </a:r>
            <a:endParaRPr lang="en-US" sz="9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Day-to-day workflow: new project/account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How landing zone is used practically in a company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17957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117043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Request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5039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Team asks for new app/env account: app name, owner, env, budget, region, data type.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434840" y="105156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2856" y="117957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117043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Approve OU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9943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Cloud/DevOps chooses OU: Sandbox, Workloads-Dev, Workloads-Prod, Network, etc.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183880" y="105156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17957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122529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14232" y="117043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Provision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348472" y="155448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Create account via Account Factory or automation such as AFT/Terraform pipeline.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85800" y="256032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268833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73405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16152" y="26791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Access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0392" y="306324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Assign IAM Identity Center groups and permission sets.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434840" y="256032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2856" y="2688336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2856" y="273405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5192" y="26791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Controls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99432" y="306324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Apply OU controls and required SCPs. Verify allowed regions/services.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183880" y="256032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2688336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273405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14232" y="26791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Build platform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348472" y="306324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Deploy VPC/EKS/RDS/monitoring via Terraform or platform modules.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2560320" y="406908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88336" y="4197096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336" y="42428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90672" y="418795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Audit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2724912" y="457200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Check CloudTrail, Config, Security Hub/aggregator dashboards.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6355080" y="4069080"/>
            <a:ext cx="3291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83096" y="4197096"/>
            <a:ext cx="320040" cy="3200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83096" y="42428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85432" y="418795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Operate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6519672" y="4572000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Patch, review access, update controls, track cost and compliance.</a:t>
            </a:r>
            <a:endParaRPr lang="en-US" sz="8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Terraform + Control Tower: what to manage carefully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Useful because your project uses Terraform too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051560"/>
            <a:ext cx="1920240" cy="53035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12471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Area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4572000" cy="53035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1124712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Good Terraform use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086600" y="1051560"/>
            <a:ext cx="4526280" cy="530352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1464" y="1124712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Be careful with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" y="1581912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65506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Custom SCPs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14600" y="1581912"/>
            <a:ext cx="4572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9464" y="1655064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Create/import custom policies and attach to chosen OU/account.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86600" y="1581912"/>
            <a:ext cx="4526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1464" y="1655064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Do not modify Control Tower-created SCPs.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2112264"/>
            <a:ext cx="19202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2185416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Account baseline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2112264"/>
            <a:ext cx="45720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9464" y="2185416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Use AFT/Account Factory integration for scalable account vending.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86600" y="2112264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1464" y="218541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Do not bypass governance by creating unmanaged accounts.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" y="264261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271576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Networking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642616"/>
            <a:ext cx="4572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9464" y="2715768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VPC, subnets, TGW, Route53, security groups, shared networking.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642616"/>
            <a:ext cx="4526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71576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Keep prod/dev/network separated by account.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" y="3172968"/>
            <a:ext cx="19202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324612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IAM Identity Center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3172968"/>
            <a:ext cx="45720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9464" y="3246120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Permission sets and assignments can be automated carefully.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086600" y="3172968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1464" y="3246120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Avoid hardcoding users; prefer groups.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60" y="3703320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377647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CloudTrail/Config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14600" y="3703320"/>
            <a:ext cx="4572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9464" y="377647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Read/verify centralized settings and integration.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086600" y="3703320"/>
            <a:ext cx="4526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41464" y="3776472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Avoid conflicting manual changes that break baselines.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4360" y="4233672"/>
            <a:ext cx="19202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430682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Application infra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14600" y="4233672"/>
            <a:ext cx="45720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9464" y="4306824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EKS, RDS, ALB, S3, KMS in workload accounts.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086600" y="4233672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41464" y="4306824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Do not deploy app infra in management account.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4360" y="507492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5074920"/>
            <a:ext cx="73152" cy="7498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" y="5202936"/>
            <a:ext cx="10707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Terraform import reminder</a:t>
            </a:r>
            <a:endParaRPr lang="en-US" sz="1280" dirty="0"/>
          </a:p>
        </p:txBody>
      </p:sp>
      <p:sp>
        <p:nvSpPr>
          <p:cNvPr id="54" name="Text 52"/>
          <p:cNvSpPr/>
          <p:nvPr/>
        </p:nvSpPr>
        <p:spPr>
          <a:xfrm>
            <a:off x="758952" y="5550408"/>
            <a:ext cx="1070762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If an AWS Organizations policy already exists, import it into Terraform state before managing it. Otherwise Terraform may try to recreate it and fail with DuplicatePolicyException.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checklist - after creating account or attaching policy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Console checks + CLI checks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5156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79576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Console verification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0392" y="1527048"/>
            <a:ext cx="4855464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- Control Tower -&gt; Recent operations = Succeeded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- Control Tower -&gt; Organization = account in correct OU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- AWS access portal = account visible to assigned user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- AWS Organizations -&gt; Policies tab = SCP attached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- IAM Identity Center -&gt; AWS accounts = assignment visible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5257800" cy="40690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188720"/>
            <a:ext cx="4928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CLI verification commands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36792" y="1463040"/>
            <a:ext cx="4928616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sts get-caller-identity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list-accounts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list-roots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list-organizational-units-for-parent   --parent-id r-xxxx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describe-policy --policy-id p-xxxx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list-policies-for-target   --target-id ou-xxxx-yyyy --filter SERVICE_CONTROL_POLICY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organizations list-targets-for-policy   --policy-id p-xxxx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29000"/>
            <a:ext cx="73152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557016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Functional test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0392" y="3904488"/>
            <a:ext cx="4855464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For an SCP like Deny EC2 outside Mumbai: try EC2 in Mumbai and outside Mumbai from a test account. Expected: Mumbai works, other region denied.</a:t>
            </a:r>
            <a:endParaRPr lang="en-US" sz="9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and quick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when troubleshooting landing zone work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051560"/>
            <a:ext cx="2331720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12471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Mistake / issue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1051560"/>
            <a:ext cx="4572000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124712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it happens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43800" y="1051560"/>
            <a:ext cx="3977640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98664" y="1124712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55448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162763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Account not visible in access portal</a:t>
            </a:r>
            <a:endParaRPr lang="en-US" sz="765" dirty="0"/>
          </a:p>
        </p:txBody>
      </p:sp>
      <p:sp>
        <p:nvSpPr>
          <p:cNvPr id="17" name="Shape 15"/>
          <p:cNvSpPr/>
          <p:nvPr/>
        </p:nvSpPr>
        <p:spPr>
          <a:xfrm>
            <a:off x="2971800" y="155448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162763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User/group not assigned to account.</a:t>
            </a:r>
            <a:endParaRPr lang="en-US" sz="765" dirty="0"/>
          </a:p>
        </p:txBody>
      </p:sp>
      <p:sp>
        <p:nvSpPr>
          <p:cNvPr id="19" name="Shape 17"/>
          <p:cNvSpPr/>
          <p:nvPr/>
        </p:nvSpPr>
        <p:spPr>
          <a:xfrm>
            <a:off x="7543800" y="155448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162763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IAM Identity Center -&gt; AWS accounts -&gt; Assign users/groups.</a:t>
            </a:r>
            <a:endParaRPr lang="en-US" sz="765" dirty="0"/>
          </a:p>
        </p:txBody>
      </p:sp>
      <p:sp>
        <p:nvSpPr>
          <p:cNvPr id="21" name="Shape 19"/>
          <p:cNvSpPr/>
          <p:nvPr/>
        </p:nvSpPr>
        <p:spPr>
          <a:xfrm>
            <a:off x="640080" y="2057400"/>
            <a:ext cx="23317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213055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Account creation stuck/failed</a:t>
            </a:r>
            <a:endParaRPr lang="en-US" sz="765" dirty="0"/>
          </a:p>
        </p:txBody>
      </p:sp>
      <p:sp>
        <p:nvSpPr>
          <p:cNvPr id="23" name="Shape 21"/>
          <p:cNvSpPr/>
          <p:nvPr/>
        </p:nvSpPr>
        <p:spPr>
          <a:xfrm>
            <a:off x="2971800" y="2057400"/>
            <a:ext cx="45720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26664" y="213055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Account Factory operation still running or email/permission issue.</a:t>
            </a:r>
            <a:endParaRPr lang="en-US" sz="765" dirty="0"/>
          </a:p>
        </p:txBody>
      </p:sp>
      <p:sp>
        <p:nvSpPr>
          <p:cNvPr id="25" name="Shape 23"/>
          <p:cNvSpPr/>
          <p:nvPr/>
        </p:nvSpPr>
        <p:spPr>
          <a:xfrm>
            <a:off x="7543800" y="2057400"/>
            <a:ext cx="3977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213055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Check Control Tower -&gt; Recent operations and AWS Service Catalog events.</a:t>
            </a:r>
            <a:endParaRPr lang="en-US" sz="765" dirty="0"/>
          </a:p>
        </p:txBody>
      </p:sp>
      <p:sp>
        <p:nvSpPr>
          <p:cNvPr id="27" name="Shape 25"/>
          <p:cNvSpPr/>
          <p:nvPr/>
        </p:nvSpPr>
        <p:spPr>
          <a:xfrm>
            <a:off x="640080" y="256032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263347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SCP blocks admin user</a:t>
            </a:r>
            <a:endParaRPr lang="en-US" sz="765" dirty="0"/>
          </a:p>
        </p:txBody>
      </p:sp>
      <p:sp>
        <p:nvSpPr>
          <p:cNvPr id="29" name="Shape 27"/>
          <p:cNvSpPr/>
          <p:nvPr/>
        </p:nvSpPr>
        <p:spPr>
          <a:xfrm>
            <a:off x="2971800" y="256032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6664" y="263347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SCP Deny overrides IAM allow.</a:t>
            </a:r>
            <a:endParaRPr lang="en-US" sz="765" dirty="0"/>
          </a:p>
        </p:txBody>
      </p:sp>
      <p:sp>
        <p:nvSpPr>
          <p:cNvPr id="31" name="Shape 29"/>
          <p:cNvSpPr/>
          <p:nvPr/>
        </p:nvSpPr>
        <p:spPr>
          <a:xfrm>
            <a:off x="7543800" y="256032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98664" y="263347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Detach from test OU/account or adjust condition.</a:t>
            </a:r>
            <a:endParaRPr lang="en-US" sz="765" dirty="0"/>
          </a:p>
        </p:txBody>
      </p:sp>
      <p:sp>
        <p:nvSpPr>
          <p:cNvPr id="33" name="Shape 31"/>
          <p:cNvSpPr/>
          <p:nvPr/>
        </p:nvSpPr>
        <p:spPr>
          <a:xfrm>
            <a:off x="640080" y="3063240"/>
            <a:ext cx="23317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313639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DuplicatePolicyException in Terraform</a:t>
            </a:r>
            <a:endParaRPr lang="en-US" sz="765" dirty="0"/>
          </a:p>
        </p:txBody>
      </p:sp>
      <p:sp>
        <p:nvSpPr>
          <p:cNvPr id="35" name="Shape 33"/>
          <p:cNvSpPr/>
          <p:nvPr/>
        </p:nvSpPr>
        <p:spPr>
          <a:xfrm>
            <a:off x="2971800" y="3063240"/>
            <a:ext cx="45720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26664" y="313639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Policy already exists outside Terraform.</a:t>
            </a:r>
            <a:endParaRPr lang="en-US" sz="765" dirty="0"/>
          </a:p>
        </p:txBody>
      </p:sp>
      <p:sp>
        <p:nvSpPr>
          <p:cNvPr id="37" name="Shape 35"/>
          <p:cNvSpPr/>
          <p:nvPr/>
        </p:nvSpPr>
        <p:spPr>
          <a:xfrm>
            <a:off x="7543800" y="3063240"/>
            <a:ext cx="3977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98664" y="313639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Import existing policy or use unique name.</a:t>
            </a:r>
            <a:endParaRPr lang="en-US" sz="765" dirty="0"/>
          </a:p>
        </p:txBody>
      </p:sp>
      <p:sp>
        <p:nvSpPr>
          <p:cNvPr id="39" name="Shape 37"/>
          <p:cNvSpPr/>
          <p:nvPr/>
        </p:nvSpPr>
        <p:spPr>
          <a:xfrm>
            <a:off x="640080" y="356616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363931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Controls unknown/drift state</a:t>
            </a:r>
            <a:endParaRPr lang="en-US" sz="765" dirty="0"/>
          </a:p>
        </p:txBody>
      </p:sp>
      <p:sp>
        <p:nvSpPr>
          <p:cNvPr id="41" name="Shape 39"/>
          <p:cNvSpPr/>
          <p:nvPr/>
        </p:nvSpPr>
        <p:spPr>
          <a:xfrm>
            <a:off x="2971800" y="356616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26664" y="363931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Manual edits to Control Tower managed resources/SCPs.</a:t>
            </a:r>
            <a:endParaRPr lang="en-US" sz="765" dirty="0"/>
          </a:p>
        </p:txBody>
      </p:sp>
      <p:sp>
        <p:nvSpPr>
          <p:cNvPr id="43" name="Shape 41"/>
          <p:cNvSpPr/>
          <p:nvPr/>
        </p:nvSpPr>
        <p:spPr>
          <a:xfrm>
            <a:off x="7543800" y="356616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98664" y="363931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Re-register OU or reset/update landing zone after review.</a:t>
            </a:r>
            <a:endParaRPr lang="en-US" sz="765" dirty="0"/>
          </a:p>
        </p:txBody>
      </p:sp>
      <p:sp>
        <p:nvSpPr>
          <p:cNvPr id="45" name="Shape 43"/>
          <p:cNvSpPr/>
          <p:nvPr/>
        </p:nvSpPr>
        <p:spPr>
          <a:xfrm>
            <a:off x="640080" y="4069080"/>
            <a:ext cx="23317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" y="414223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Too much access</a:t>
            </a:r>
            <a:endParaRPr lang="en-US" sz="765" dirty="0"/>
          </a:p>
        </p:txBody>
      </p:sp>
      <p:sp>
        <p:nvSpPr>
          <p:cNvPr id="47" name="Shape 45"/>
          <p:cNvSpPr/>
          <p:nvPr/>
        </p:nvSpPr>
        <p:spPr>
          <a:xfrm>
            <a:off x="2971800" y="4069080"/>
            <a:ext cx="45720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26664" y="414223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Individual admin assignments everywhere.</a:t>
            </a:r>
            <a:endParaRPr lang="en-US" sz="765" dirty="0"/>
          </a:p>
        </p:txBody>
      </p:sp>
      <p:sp>
        <p:nvSpPr>
          <p:cNvPr id="49" name="Shape 47"/>
          <p:cNvSpPr/>
          <p:nvPr/>
        </p:nvSpPr>
        <p:spPr>
          <a:xfrm>
            <a:off x="7543800" y="4069080"/>
            <a:ext cx="3977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98664" y="414223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Use groups + least privilege permission sets.</a:t>
            </a:r>
            <a:endParaRPr lang="en-US" sz="765" dirty="0"/>
          </a:p>
        </p:txBody>
      </p:sp>
      <p:sp>
        <p:nvSpPr>
          <p:cNvPr id="51" name="Shape 49"/>
          <p:cNvSpPr/>
          <p:nvPr/>
        </p:nvSpPr>
        <p:spPr>
          <a:xfrm>
            <a:off x="640080" y="457200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" y="4645152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No compliance visibility</a:t>
            </a:r>
            <a:endParaRPr lang="en-US" sz="765" dirty="0"/>
          </a:p>
        </p:txBody>
      </p:sp>
      <p:sp>
        <p:nvSpPr>
          <p:cNvPr id="53" name="Shape 51"/>
          <p:cNvSpPr/>
          <p:nvPr/>
        </p:nvSpPr>
        <p:spPr>
          <a:xfrm>
            <a:off x="2971800" y="457200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26664" y="4645152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Detective controls/Config not enabled where needed.</a:t>
            </a:r>
            <a:endParaRPr lang="en-US" sz="765" dirty="0"/>
          </a:p>
        </p:txBody>
      </p:sp>
      <p:sp>
        <p:nvSpPr>
          <p:cNvPr id="55" name="Shape 53"/>
          <p:cNvSpPr/>
          <p:nvPr/>
        </p:nvSpPr>
        <p:spPr>
          <a:xfrm>
            <a:off x="7543800" y="457200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98664" y="4645152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34155"/>
                </a:solidFill>
              </a:rPr>
              <a:t>Enable AWS Config baseline/control for required OUs.</a:t>
            </a:r>
            <a:endParaRPr lang="en-US" sz="76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Best-practice checklist for your POC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Simple practical order to finish landing zone demo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51560"/>
            <a:ext cx="73152" cy="4480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7957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Build checklist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527048"/>
            <a:ext cx="4992624" cy="3913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1. Confirm Control Tower dashboard health.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2. Review OUs and accounts.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 Create/confirm Sandbox OU.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4. Create one test account via Account Factory.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5. Assign IAM Identity Center group + permission set.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6. Enable at least one control on Sandbox OU.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7. Create/import custom SCP in Terraform.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8. Attach custom SCP to Sandbox OU only.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9. Test allowed/denied action.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10. Document verification screenshots/commands.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263640" y="10515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51560"/>
            <a:ext cx="73152" cy="448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179576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POC evidence to collect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1527048"/>
            <a:ext cx="4992624" cy="3913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Control Tower Organization screenshot with OU/account.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Recent operations Succeeded.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Access portal account visible.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IAM Identity Center assignment screenshot.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AWS Organizations policy attached.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CLI describe-policy/list-targets output.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CloudTrail event showing denied action test.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- Final notes: owner, date, rollback plan.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Standup / interview explanation script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Say this in simple English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097280"/>
            <a:ext cx="107899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097280"/>
            <a:ext cx="73152" cy="43891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225296"/>
            <a:ext cx="10479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30-second answer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572768"/>
            <a:ext cx="10479024" cy="3822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 created an AWS Landing Zone using AWS Control Tower. The goal is to manage multiple AWS accounts from a central foundation. Control Tower uses AWS Organizations for OUs and accounts, IAM Identity Center for central login, and CloudTrail/AWS Config for audit and compliance. New accounts are created using Account Factory so they receive baseline governance. Controls and SCPs are applied at OU/account level to enforce security rules, for example denying EC2 outside Mumbai. I verify the setup through Control Tower Recent operations, AWS Organizations policy attachment, IAM Identity Center assignment, and CLI commands.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623560"/>
            <a:ext cx="10789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623560"/>
            <a:ext cx="73152" cy="5303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5751576"/>
            <a:ext cx="10479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Hindi cue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6099048"/>
            <a:ext cx="10479024" cy="-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Simple: one main AWS governance setup -&gt; many accounts -&gt; central login -&gt; central logs -&gt; security rules -&gt; verified through console and CLI.</a:t>
            </a:r>
            <a:endParaRPr lang="en-US" sz="9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flow diagram - one slide revision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this slide to revise the full landing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24712"/>
            <a:ext cx="12801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0515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9900"/>
          </a:solidFill>
          <a:ln w="1397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124712"/>
            <a:ext cx="15544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Management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4340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515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24712"/>
            <a:ext cx="15544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Tower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2940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1051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12471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Organizations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52560" y="1170432"/>
            <a:ext cx="320040" cy="292608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0515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1124712"/>
            <a:ext cx="19659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OUs + Member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Account Factory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creates accounts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01752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IAM Identity Center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assigns access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25780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Controls/SCPs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apply rules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49808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CloudTrail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records actions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9738360" y="23317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404872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AWS Config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checks state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623560" y="1554480"/>
            <a:ext cx="-388620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623560" y="1554480"/>
            <a:ext cx="-164592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623560" y="1554480"/>
            <a:ext cx="59436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23560" y="1554480"/>
            <a:ext cx="283464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23560" y="1554480"/>
            <a:ext cx="5074920" cy="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365760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Create account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Control Tower -&gt; Account Factory -&gt; details -&gt; OU -&gt; submit -&gt; Recent operations.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333756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365760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215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Give access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0215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IAM Identity Center -&gt; AWS accounts -&gt; assign group + permission set.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98932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65760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5391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Attach policy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5391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Organizations -&gt; policies -&gt; SCP -&gt; attach to OU/account after testing.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8641080" y="36576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41080" y="365760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05672" y="378561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Verify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805672" y="4133088"/>
            <a:ext cx="211226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Portal, Recent ops, policy target list, CloudTrail/Config evidence.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Remember: Management account controls the foundation; workload accounts run apps; security/network accounts support them.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- official AWS docs used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Keep this slide for credibility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108356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51560"/>
            <a:ext cx="73152" cy="4937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79576"/>
            <a:ext cx="10524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AWS documentation references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1527048"/>
            <a:ext cx="10524744" cy="437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- AWS Control Tower - What is AWS Control Tower?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https://docs.aws.amazon.com/controltower/latest/userguide/what-is-control-tower.html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- AWS Control Tower - Provision and manage accounts / Account Factory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https://docs.aws.amazon.com/controltower/latest/userguide/provision-and-manage-accounts.html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https://docs.aws.amazon.com/controltower/latest/userguide/account-factory.html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- AWS Control Tower - IAM Identity Center and Control Tower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https://docs.aws.amazon.com/controltower/latest/userguide/sso.html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- AWS Organizations - Service control policies and attaching policies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https://docs.aws.amazon.com/organizations/latest/userguide/orgs_manage_policies_scps.html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https://docs.aws.amazon.com/organizations/latest/userguide/orgs_policies_attach.html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- AWS Control Tower - Organizations guidance and best practices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https://docs.aws.amazon.com/controltower/latest/userguide/orgs-guidance.html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  https://docs.aws.amazon.com/controltower/latest/userguide/best-practices.html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640080" y="625449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Deck created for learning and POC explanation. Always validate in your own AWS account before production rollout.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- AWS Console services in your screenshot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58521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Use this only internally; avoid sharing screenshots with account IDs/emails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65471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 Landing Zone | Control Tower practical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33</a:t>
            </a:r>
            <a:endParaRPr lang="en-US" sz="800" dirty="0"/>
          </a:p>
        </p:txBody>
      </p:sp>
      <p:pic>
        <p:nvPicPr>
          <p:cNvPr id="9" name="Image 0" descr="/mnt/data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754880" cy="30998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97880" y="11430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1143000"/>
            <a:ext cx="73152" cy="2926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62472" y="1271016"/>
            <a:ext cx="5084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What this screenshot proves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62472" y="1618488"/>
            <a:ext cx="5084064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You are working from AWS Console Home.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Key services are already visible: Control Tower, AWS Organizations, IAM Identity Center, IAM, AWS Config, CloudTrail.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- These services together form the landing zone foundation flow.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97880" y="44348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97880" y="4434840"/>
            <a:ext cx="73152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62472" y="4562856"/>
            <a:ext cx="5084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Security note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62472" y="4910328"/>
            <a:ext cx="5084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Do not share screenshots that expose account IDs, root emails, or user emails in public places.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Landing Zone with Control Tower - Full Flow</dc:title>
  <dc:subject>AWS Landing Zone with AWS Control Tower</dc:subject>
  <dc:creator>OpenAI</dc:creator>
  <cp:lastModifiedBy>OpenAI</cp:lastModifiedBy>
  <cp:revision>1</cp:revision>
  <dcterms:created xsi:type="dcterms:W3CDTF">2026-07-03T06:17:54Z</dcterms:created>
  <dcterms:modified xsi:type="dcterms:W3CDTF">2026-07-03T06:17:54Z</dcterms:modified>
</cp:coreProperties>
</file>