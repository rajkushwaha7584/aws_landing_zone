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8" r:id="rId8"/>
    <p:sldId id="269" r:id="rId9"/>
    <p:sldId id="270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82" r:id="rId18"/>
    <p:sldId id="28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27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Landing Zone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27101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BFF"/>
                </a:solidFill>
              </a:rPr>
              <a:t>with AWS Control Tower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64008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6309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Full beginner-to-practical flow: accounts, OUs, IAM Identity Center, controls, SCPs, Config, CloudTrail, and verification.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0723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FD7FF"/>
                </a:solidFill>
              </a:rPr>
              <a:t>Simple meaning: one main AWS setup to manage many accounts safely.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914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990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26680" y="987552"/>
            <a:ext cx="1554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0" y="2057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26680" y="2130552"/>
            <a:ext cx="1554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Tower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0644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2668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4692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Workloads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03920" y="1554480"/>
            <a:ext cx="0" cy="5029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03920" y="2697480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92240" y="2898648"/>
            <a:ext cx="4754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0392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69848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6092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Guardrails + Central Access + Logs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199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Created for Raj / AWS Landing Zone learning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AWS Landing Zone?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Beginner meaning + real-world reason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1430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4672" y="127101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Simple definition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1618488"/>
            <a:ext cx="508406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A landing zone is a ready, secure AWS foundation where many AWS accounts can be created, organized, accessed, monitored, and governed from one place.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Hindi simple: ek main AWS setup jahan se dev, prod, network, security accounts safely manage hote hain.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63640" y="1143000"/>
            <a:ext cx="73152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28232" y="127101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Why it is needed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1618488"/>
            <a:ext cx="499262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Without a landing zone, every account can become different: different users, no central logs, weak controls, no standard network, and manual mistakes.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Landing zone gives standard structure + security + access + logging from day one.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Company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56946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1752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6324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Management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67258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2064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6636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Control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Tower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77570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2376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6948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OUs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87882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32688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37260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AWS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Think of it like a city plan: roads = network, gates = access, CCTV = logs, rules = controls, houses = AWS accounts.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landing zone big-picture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From management account to governed workload accounts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Organizations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823960" y="123444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69680" y="1307592"/>
            <a:ext cx="2240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OUs + Member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012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IAM Identity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Center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06324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0896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Permission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Sets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21208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5780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Controls /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Guardrails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36092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0664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CloudTrail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Logs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50976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55548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AWS Config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Compliance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279392" y="1947672"/>
            <a:ext cx="0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79392" y="1947672"/>
            <a:ext cx="0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279392" y="1947672"/>
            <a:ext cx="184708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279392" y="1947672"/>
            <a:ext cx="399592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279392" y="1947672"/>
            <a:ext cx="614476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580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039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Users/groups login through AWS Access Portal, then choose account + role.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43484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34840" y="41605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9943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943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Control Tower applies baselines and controls to OUs/accounts.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818388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83880" y="416052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34847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Audit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4847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CloudTrail and AWS Config give central visibility and compliance history.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words - quick glossary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 these words confidently in standup / interview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78992"/>
            <a:ext cx="214884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4944" y="115214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</a:rPr>
              <a:t>Word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788920" y="1078992"/>
            <a:ext cx="873252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43784" y="1152144"/>
            <a:ext cx="8622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</a:rPr>
              <a:t>Meaning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40080" y="1517904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159105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Landing Zone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788920" y="1517904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43784" y="1591056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Secure multi-account AWS foundation.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40080" y="1956816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944" y="202996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Management Account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2788920" y="1956816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843784" y="2029968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Main payer/admin account where Organizations and Control Tower are managed.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640080" y="2395728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4944" y="2468880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OU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2788920" y="2395728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43784" y="246888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Organizational Unit: folder/group for accounts, like Security, Network, Sandbox, Workloads.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4944" y="290779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Member Account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2788920" y="2834640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43784" y="2907792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Separate AWS account for one purpose/environment/team.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40080" y="3273552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4944" y="3346704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Account Factory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2788920" y="3273552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43784" y="3346704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Control Tower feature to provision new governed AWS accounts.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640080" y="3712464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4944" y="378561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Control / Guardrail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2788920" y="3712464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43784" y="3785616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Rule applied by Control Tower to prevent, detect, or check risk.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40080" y="4151376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4944" y="42245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SCP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2788920" y="4151376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843784" y="4224528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Service Control Policy: maximum permission boundary for account/OU.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40080" y="4590288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4944" y="4663440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Permission Set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2788920" y="4590288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843784" y="466344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IAM Identity Center role template, like AdministratorAccess or ReadOnlyAccess.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640080" y="5029200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94944" y="510235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CloudTrail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2788920" y="5029200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843784" y="5102352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Records API activity: who did what, when, and from where.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640080" y="5468112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4944" y="5541264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AWS Config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2788920" y="5468112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843784" y="5541264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</a:rPr>
              <a:t>Records resource configuration and evaluates compliance rules.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Tower - what it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Tower is the orchestrator, not a replacement for every AWS service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1. Sets up landing zone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Creates/organizes the multi-account foundation using AWS best practices: organization, OUs, accounts, logging, and access.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43400" y="109728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079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2. Provisions accounts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Account Factory creates new member accounts and bootstraps them with baselines and governance.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01000" y="1097280"/>
            <a:ext cx="73152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655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3. Applies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655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Controls/guardrails are applied to OUs/accounts to reduce risk and enforce standards.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" y="3383280"/>
            <a:ext cx="73152" cy="1874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503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4. Central access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Works with IAM Identity Center so users can login once and access allowed accounts/roles.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43400" y="3383280"/>
            <a:ext cx="73152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079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5. Central audit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079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Uses CloudTrail and Config so actions and resource changes are visible centrally.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010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001000" y="338328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1655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6. Lifecycle 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655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Landing zone updates, OU registration, account enrollment, and recent operation tracking.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Interview line: Control Tower gives an opinionated, governed multi-account AWS environment using AWS Organizations, IAM Identity Center, CloudTrail, AWS Config, and Service Catalog.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OU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Keep accounts grouped by security boundary and lifecycle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74920" y="10515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B1F33"/>
          </a:solidFill>
          <a:ln w="1397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0" y="1124712"/>
            <a:ext cx="1920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Root / Organization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0" cy="45720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28800" y="2057400"/>
            <a:ext cx="8458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0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OU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91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 OU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577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Workloads 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63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Sandbox OU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12680" y="224028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58400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Suspended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06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778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671048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296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" y="342900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8755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Security OU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Audit, log archive, security tooling, CloudTrail admin, aggregator. Very restricted access.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342900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429000" y="3429000"/>
            <a:ext cx="73152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9359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Infrastructure OU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9359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Network account, shared services, centralized VPC/transit/network resources.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603504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35040" y="342900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9963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Workloads OU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963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Dev, test, staging, prod app accounts. Each app/env can be isolated.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864108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641080" y="342900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80567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Sandbox OU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0567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Learning and experiments. Strong budget/region/security controls.</a:t>
            </a:r>
            <a:endParaRPr lang="en-US" sz="890" dirty="0"/>
          </a:p>
        </p:txBody>
      </p:sp>
      <p:sp>
        <p:nvSpPr>
          <p:cNvPr id="44" name="Text 42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Do not put every workload in the management account. Management account should be used only for organization-level administration.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create a new AWS account with Account Factory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Correct practical console 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Control Tower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console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60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08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54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factory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946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94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40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Create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232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680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26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Choose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OU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518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966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12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Submit +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wait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13816" y="23682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38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61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Open Account Factory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503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AWS Console -&gt; AWS Control Tower -&gt; Account factory -&gt; Create account.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3434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71416" y="236829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4714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Fill account details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5079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Enter account email, display/account name, and IAM Identity Center user email/name if asked.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010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129016" y="236829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1290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313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Select OU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1655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Choose target OU, for example Sandbox or Workloads-Dev. Do not place in random OU.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858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13816" y="378561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38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161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Submit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503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Control Tower starts account vending. Do not refresh/retry repeatedly.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3434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471416" y="3785616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4714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737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Track operation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45079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Go to Recent operations and wait until Succeeded.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80010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29016" y="378561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1290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313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Assign access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81655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After account exists, use IAM Identity Center -&gt; AWS accounts -&gt; Assign users/groups.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685800" y="52578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85800" y="5257800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50392" y="538581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Important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50392" y="5733288"/>
            <a:ext cx="106619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Account Factory creation should not be done as root. Use an approved IAM/SSO admin path with required Control Tower and Service Catalog permissions.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after Account Factory submits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Behind-the-scenes account vending 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Request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submitted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542032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90672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36392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AWS account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created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946904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04688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50408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Baseline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resources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60920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09560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55280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Controls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applied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9765792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14432" y="10972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360152" y="1170432"/>
            <a:ext cx="1143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Ready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3152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233172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9611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1. Organization update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The new AWS account is added to AWS Organizations and placed inside the selected OU.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3484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34840" y="233172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9943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2. Baseline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943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Control Tower deploys required baseline roles/resources and aligns the account with landing zone settings.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3816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138160" y="2331720"/>
            <a:ext cx="73152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0275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3. Access setup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0275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You still need to assign users/groups and permission sets in IAM Identity Center.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3152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1520" y="429768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9611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4. Logging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CloudTrail/Config/account baselines provide audit and compliance visibility.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43484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34840" y="429768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9943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5. Governance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943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OU controls/SCPs start limiting or checking the new account.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13816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429768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30275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6. Verify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0275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Check Control Tower Recent operations + AWS access portal account list.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 Identity Center access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User does not directly login to each account separately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353312"/>
            <a:ext cx="15544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27248" y="12801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72968" y="135331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715000" y="12801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60720" y="135331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Permission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Set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699248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275320" y="128016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21040" y="135331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AWS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Account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131552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716768" y="1280160"/>
            <a:ext cx="7772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62488" y="1353312"/>
            <a:ext cx="685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2606040"/>
            <a:ext cx="73152" cy="1463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418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User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Person who logs in to AWS access portal. Example: DevOps engineer, developer, auditor.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34840" y="26060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994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Group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94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Recommended way to manage access. Example: DevOps-Admins, Developers, Auditors.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092440" y="260604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570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Permission Set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570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Role template. Example: AdministratorAccess, PowerUserAccess, ReadOnlyAccess, SecurityAudit.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0" y="45720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828800" y="4572000"/>
            <a:ext cx="73152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993392" y="4700016"/>
            <a:ext cx="8193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Assignment formula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993392" y="5047488"/>
            <a:ext cx="8193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Account access = User/Group + Permission Set + Target AWS Account. This creates an AWSReservedSSO role in that account.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/ Guardrails in Control Tower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Controls help enforce and monitor governance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73152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Preventive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Stop risky action before it happens. Usually implemented using SCPs.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Deny creation of public S3 bucket, deny EC2 outside approved region.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9943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Detective controls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Detect non-compliant resources after they exist. Usually uses AWS Config rules.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detect unencrypted EBS volumes.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83880" y="1097280"/>
            <a:ext cx="7315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4847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Proactive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Check resource before provisioning, often with IaC hooks.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CloudFormation resource validation before deploy.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397764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3272" y="4105656"/>
            <a:ext cx="1020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How to enable a control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33272" y="4453128"/>
            <a:ext cx="102047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Control Tower -&gt; Control Catalog -&gt; search control -&gt; choose target OU -&gt; Enable. Then check Recent operations. Controls are usually applied at OU level, not randomly account by account.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Your screenshot shows 99 preventive controls and 0 detective/proactive controls enabled in the summary area.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SCP deep dive - Service Control Policy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SCP is a maximum permission boundary, not an IAM permission grant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225296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What SCP does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490118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SCP says what actions are allowed or denied at Organization/OU/account level. Even if IAM allows an action, SCP can still block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63640" y="1097280"/>
            <a:ext cx="73152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28232" y="1225296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What SCP does not 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572768"/>
            <a:ext cx="490118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SCP does not give permissions by itself. A user/role still needs IAM permissions. SCP only limits the maximum possible permissions.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43000" y="373075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IAM Policy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Allows EC2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926080" y="3794760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20440" y="3657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66160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SCP says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Deny EC2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532120" y="3794760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44768" y="3657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F33"/>
          </a:solidFill>
          <a:ln w="1397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90488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result: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DENIED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458200" y="32461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458200" y="3246120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22792" y="3374136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Attach level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22792" y="3721608"/>
            <a:ext cx="2386584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You can attach SCP to Root, OU, or individual account. Best practice: test on one OU/account first.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Practical rule: never attach a strong Deny SCP to organization root without testing. Use sandbox/test OU first.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SCP - Deny EC2 outside Mumbai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 only as a learning example; test before attaching broadly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166360" cy="45262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50392" y="1188720"/>
            <a:ext cx="483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Sample SCP JSON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1463040"/>
            <a:ext cx="4837176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"2012-10-17",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"Statement": [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"Sid": "DenyEC2OutsideMumbai",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 "Deny",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 "ec2:*",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"Resource": "*",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"Condition":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"StringNotEquals":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"aws:RequestedRegion": "ap-south-1"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36792" y="117957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152704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This denies EC2 actions when requested region is not ap-south-1 (Mumbai).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2331720"/>
            <a:ext cx="73152" cy="1051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36792" y="245973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80720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Even administrators will be blocked from EC2 outside Mumbai if the SCP applies to their account/OU.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361188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36792" y="373989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Test 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408736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Attach to sandbox OU only. Test EC2 in Mumbai and another region. Check access denied result.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172200" y="48920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72200" y="489204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36792" y="502005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Rollback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5367528"/>
            <a:ext cx="499262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Detach SCP from OU/account if needed. Keep policy ID and target ID documented.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Config and CloudTrail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Two different services, both important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User / Role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performs action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743200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0128" y="123444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55848" y="1307592"/>
            <a:ext cx="1828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records API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440680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0" y="1307592"/>
            <a:ext cx="19202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Central logs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Log archive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11312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796528" y="12344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42248" y="130759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Audit / Security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review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304495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AWS resource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changes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743200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10128" y="29718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55848" y="3044952"/>
            <a:ext cx="1828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AWS Config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records state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440680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989320" y="2971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3044952"/>
            <a:ext cx="19202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Rules evaluate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compliance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11312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796528" y="29718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42248" y="304495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Dashboard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remediation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2960" y="4709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2960" y="4709160"/>
            <a:ext cx="73152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87552" y="4837176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CloudTrail answers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7552" y="5184648"/>
            <a:ext cx="48097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Who did what API action, from which identity, at what time?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709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17920" y="47091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2512" y="4837176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AWS Config answers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5184648"/>
            <a:ext cx="48097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What resources exist, how did configuration change, and are they compliant?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account in the landing zone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Why separate network account matters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Central place for shared networking: VPCs, subnets, route tables, NAT/IGW, Transit Gateway, Route 53, shared ingress patterns.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3434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43400" y="109728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079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Why separate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Network mistakes can affect many apps. A separate account gives controlled access and smaller blast radius.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0010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01000" y="109728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655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Common 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655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Workload account consumes network patterns or connects through approved routing/private connectivity.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359359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Network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9748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383280" y="3520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29000" y="359359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Shared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VPC/TGW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943600" y="35204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89320" y="35935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Dev / Prod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0100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686800" y="352044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32520" y="3593592"/>
            <a:ext cx="1783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Applications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run safely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85800" y="4937760"/>
            <a:ext cx="73152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50392" y="5065776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Beginner note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" y="5413248"/>
            <a:ext cx="1047902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A network account does not mean every resource lives there. App compute/database usually stays in workload accounts.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/ audit accounts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Central visibility and separation of duties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All member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6090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0896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5468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events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8406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3212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7784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Log archive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 admin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50722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5528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0100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Aggregator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Security tooling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93038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7844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416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Security team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reviews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85800" y="25146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503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CloudTrail administrator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Owns or manages organization-level CloudTrail setup and visibility. Helps prove audit trail exists.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3434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43400" y="2514600"/>
            <a:ext cx="73152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079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Aggregator account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079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Combines findings/compliance/security data across accounts so team can see one dashboard.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010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001000" y="251460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1655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Audit / security access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655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Security team gets read/audit permission, not broad write access everywhere.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85800" y="4434840"/>
            <a:ext cx="10744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0392" y="4562856"/>
            <a:ext cx="10433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4910328"/>
            <a:ext cx="10433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If a workload account is compromised, attackers should not be able to erase central logs or change central security settings easily.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Day-to-day workflow: new project/account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How landing zone is used practically in a company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13816" y="117957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381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Request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5039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Team asks for new app/env account: app name, owner, env, budget, region, data type.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43484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62856" y="117957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6285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Approve OU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9943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Cloud/DevOps chooses OU: Sandbox, Workloads-Dev, Workloads-Prod, Network, etc.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8388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11896" y="117957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1189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1423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Provision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34847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Create account via Account Factory or automation such as AFT/Terraform pipeline.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3816" y="268833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381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615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Access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039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Assign IAM Identity Center groups and permission sets.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3484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62856" y="2688336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6285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Controls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9943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Apply OU controls and required SCPs. Verify allowed regions/services.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18388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11896" y="268833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31189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1423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Build platform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34847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Deploy VPC/EKS/RDS/monitoring via Terraform or platform modules.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560320" y="406908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688336" y="4197096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688336" y="42428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90672" y="418795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Audit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2724912" y="457200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Check CloudTrail, Config, Security Hub/aggregator dashboards.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6355080" y="406908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483096" y="4197096"/>
            <a:ext cx="320040" cy="3200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83096" y="42428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85432" y="418795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Operate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6519672" y="457200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Patch, review access, update controls, track cost and compliance.</a:t>
            </a:r>
            <a:endParaRPr lang="en-US" sz="8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checklist - after creating account or attaching policy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Console checks + CLI checks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179576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Console verification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0392" y="1527048"/>
            <a:ext cx="4855464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- Control Tower -&gt; Recent operations = Succeeded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- Control Tower -&gt; Organization = account in correct OU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- AWS access portal = account visible to assigned user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- AWS Organizations -&gt; Policies tab = SCP attached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- IAM Identity Center -&gt; AWS accounts = assignment visible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5257800" cy="40690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36792" y="1188720"/>
            <a:ext cx="4928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CLI verification commands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36792" y="1463040"/>
            <a:ext cx="4928616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sts get-caller-identity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list-accounts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list-roots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list-organizational-units-for-parent   --parent-id r-xxxx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describe-policy --policy-id p-xxxx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list-policies-for-target   --target-id ou-xxxx-yyyy --filter SERVICE_CONTROL_POLICY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list-targets-for-policy   --policy-id p-xxxx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73152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0392" y="3557016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Functional test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" y="3904488"/>
            <a:ext cx="485546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For an SCP like Deny EC2 outside Mumbai: try EC2 in Mumbai and outside Mumbai from a test account. Expected: Mumbai works, other region denied.</a:t>
            </a:r>
            <a:endParaRPr lang="en-US" sz="9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flow diagram - one slide revision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 this slide to revise the full landing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124712"/>
            <a:ext cx="1280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14600" y="1051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0" y="1124712"/>
            <a:ext cx="15544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3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00600" y="1051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124712"/>
            <a:ext cx="15544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Tower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29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86600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0" y="112471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Organizations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5256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509760" y="10515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55480" y="1124712"/>
            <a:ext cx="19659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OUs + Member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Account Factory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creates accounts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01752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06324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IAM Identity Center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assigns access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25780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Controls/SCPs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apply rules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49808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54380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CloudTrail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records actions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973836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78408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AWS Config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checks state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623560" y="1554480"/>
            <a:ext cx="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23560" y="1554480"/>
            <a:ext cx="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623560" y="1554480"/>
            <a:ext cx="59436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623560" y="1554480"/>
            <a:ext cx="283464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623560" y="1554480"/>
            <a:ext cx="507492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580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5039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Create account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Control Tower -&gt; Account Factory -&gt; details -&gt; OU -&gt; submit -&gt; Recent operations.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33756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337560" y="3657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50215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Give access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0215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IAM Identity Center -&gt; AWS accounts -&gt; assign group + permission set.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98932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989320" y="365760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5391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Attach policy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5391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Organizations -&gt; policies -&gt; SCP -&gt; attach to OU/account after testing.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64108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641080" y="365760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80567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Verify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80567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Portal, Recent ops, policy target list, CloudTrail/Config evidence.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Remember: Management account controls the foundation; workload accounts run apps; security/network accounts support them.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2435</Words>
  <Application>Microsoft Office PowerPoint</Application>
  <PresentationFormat>Widescreen</PresentationFormat>
  <Paragraphs>434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Landing Zone with Control Tower - Full Flow</dc:title>
  <dc:subject>AWS Landing Zone with AWS Control Tower</dc:subject>
  <dc:creator>OpenAI</dc:creator>
  <cp:lastModifiedBy>Raj Kushwaha</cp:lastModifiedBy>
  <cp:revision>2</cp:revision>
  <dcterms:created xsi:type="dcterms:W3CDTF">2026-07-03T06:17:54Z</dcterms:created>
  <dcterms:modified xsi:type="dcterms:W3CDTF">2026-07-03T14:09:03Z</dcterms:modified>
</cp:coreProperties>
</file>